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063552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TRIPLY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61283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Personalized Travel Discovery Platform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516821" y="3632200"/>
            <a:ext cx="662298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"You tell us what you want, Triply tells you where to go."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419574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4303117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Bangladesh-focused personalized travel discovery and recommendation platform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292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9667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People Travel Today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19375"/>
            <a:ext cx="2507394" cy="301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833787"/>
            <a:ext cx="1976983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Don't know where to go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636962"/>
            <a:ext cx="1976983" cy="1719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People want to travel but lack a starting point — different budgets, time constraints, moods, and starting locations make it overwhelming.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875" y="2619375"/>
            <a:ext cx="2507394" cy="301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3879" y="2833787"/>
            <a:ext cx="1976983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Traditional platforms fail them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673879" y="3944045"/>
            <a:ext cx="1976983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Existing travel sites require you to already know your destination. They answer "How?" — not "Where?" or "What kind?"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32776" y="2099667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Two Different Models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6332776" y="2619375"/>
            <a:ext cx="5203794" cy="2310606"/>
          </a:xfrm>
          <a:prstGeom prst="roundRect">
            <a:avLst>
              <a:gd name="adj" fmla="val 343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51825" y="2638425"/>
            <a:ext cx="2582798" cy="2272506"/>
          </a:xfrm>
          <a:custGeom>
            <a:avLst/>
            <a:gdLst/>
            <a:ahLst/>
            <a:cxnLst/>
            <a:rect l="l" t="t" r="r" b="b"/>
            <a:pathLst>
              <a:path w="2582798" h="2272506">
                <a:moveTo>
                  <a:pt x="66156" y="0"/>
                </a:moveTo>
                <a:lnTo>
                  <a:pt x="2582798" y="0"/>
                </a:lnTo>
                <a:lnTo>
                  <a:pt x="2582798" y="2272506"/>
                </a:lnTo>
                <a:lnTo>
                  <a:pt x="66156" y="2272506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3" name="Text 9"/>
          <p:cNvSpPr/>
          <p:nvPr/>
        </p:nvSpPr>
        <p:spPr>
          <a:xfrm>
            <a:off x="6540832" y="2827437"/>
            <a:ext cx="220478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Traditional Travel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6540832" y="3323530"/>
            <a:ext cx="2204784" cy="11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Destination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Information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already know where you want to go.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934623" y="2638425"/>
            <a:ext cx="2582897" cy="2272506"/>
          </a:xfrm>
          <a:custGeom>
            <a:avLst/>
            <a:gdLst/>
            <a:ahLst/>
            <a:cxnLst/>
            <a:rect l="l" t="t" r="r" b="b"/>
            <a:pathLst>
              <a:path w="2582897" h="2272506">
                <a:moveTo>
                  <a:pt x="0" y="0"/>
                </a:moveTo>
                <a:lnTo>
                  <a:pt x="2516741" y="0"/>
                </a:lnTo>
                <a:arcTo hR="66158" wR="66156" stAng="16200000" swAng="5400000"/>
                <a:lnTo>
                  <a:pt x="2582897" y="2206348"/>
                </a:lnTo>
                <a:arcTo hR="66158" wR="66156" stAng="0" swAng="5400000"/>
                <a:lnTo>
                  <a:pt x="0" y="2272506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6" name="Shape 12"/>
          <p:cNvSpPr/>
          <p:nvPr/>
        </p:nvSpPr>
        <p:spPr>
          <a:xfrm>
            <a:off x="8934623" y="2638425"/>
            <a:ext cx="25399" cy="2272506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7" name="Text 13"/>
          <p:cNvSpPr/>
          <p:nvPr/>
        </p:nvSpPr>
        <p:spPr>
          <a:xfrm>
            <a:off x="9123630" y="2827437"/>
            <a:ext cx="220488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Triply Approach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9123630" y="3323530"/>
            <a:ext cx="2204883" cy="1398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Situation → Preferences → Recommendation → Destination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destination finds you.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34864"/>
            <a:ext cx="6296860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Introducing Triply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917402"/>
            <a:ext cx="6296860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Triply is a personalized travel discovery platform that reverses the traditional travel search model — matching your situation with the perfect destination.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509937"/>
            <a:ext cx="3071835" cy="1376759"/>
          </a:xfrm>
          <a:prstGeom prst="roundRect">
            <a:avLst>
              <a:gd name="adj" fmla="val 519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581" y="2699048"/>
            <a:ext cx="269362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Situation-First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0581" y="3067149"/>
            <a:ext cx="2693622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Tell us your mood, budget, and time — not a destination name.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86400" y="2509937"/>
            <a:ext cx="3071934" cy="1376759"/>
          </a:xfrm>
          <a:prstGeom prst="roundRect">
            <a:avLst>
              <a:gd name="adj" fmla="val 519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5507" y="2699048"/>
            <a:ext cx="269372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Matching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75507" y="3067149"/>
            <a:ext cx="2693722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engine analyzes your preferences and finds best-fit destinations.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039791"/>
            <a:ext cx="6296860" cy="956469"/>
          </a:xfrm>
          <a:prstGeom prst="roundRect">
            <a:avLst>
              <a:gd name="adj" fmla="val 74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581" y="4228902"/>
            <a:ext cx="59186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Discover Bangladesh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581" y="4597003"/>
            <a:ext cx="591864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Uncover hidden gems and popular spots across Bangladesh tailored to you.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6560" y="5340747"/>
            <a:ext cx="6651359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"Don't search for a destination. Let the destination find you."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1475" y="5168503"/>
            <a:ext cx="19050" cy="554633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92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Triply Works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9920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8261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Activities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8261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Start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8261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Duration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8261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Budget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8261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Situation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759748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your first input to your perfect destination — Triply's recommendation engine processes all five user parameters simultaneously to surface the most relevant matches across Bangladesh.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108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Travel Based on Your Situation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1480939"/>
            <a:ext cx="5548372" cy="3144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2226" y="2698849"/>
            <a:ext cx="356424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kind of traveler. Every kind of trip.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2226" y="3065463"/>
            <a:ext cx="3564245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Users describe the trip they want — not the destination they already know.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23532"/>
            <a:ext cx="22680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228" y="4925417"/>
            <a:ext cx="501101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Peaceful &amp; Nature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09228" y="5243612"/>
            <a:ext cx="5011017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Getaways, nature escapes, photography, relaxation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1450" y="4923532"/>
            <a:ext cx="226808" cy="2268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19203" y="4925417"/>
            <a:ext cx="501101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Adventure &amp; Active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519203" y="5243612"/>
            <a:ext cx="5011017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Hiking, trekking, adventure travel, one-day trips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688806"/>
            <a:ext cx="226808" cy="2268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9228" y="5690691"/>
            <a:ext cx="501101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Social &amp; Cultural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009228" y="6008886"/>
            <a:ext cx="5011017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Family trips, couple getaways, food tours, cultural exploration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1450" y="5688806"/>
            <a:ext cx="226808" cy="2268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19203" y="5690691"/>
            <a:ext cx="501101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Budget &amp; Solo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6519203" y="6008886"/>
            <a:ext cx="5011017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Solo trips, budget travel, weekend escapes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0298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spc="-4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Does Triply Ask?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3073" y="1319312"/>
            <a:ext cx="4902871" cy="4738390"/>
          </a:xfrm>
          <a:prstGeom prst="roundRect">
            <a:avLst>
              <a:gd name="adj" fmla="val 1867"/>
            </a:avLst>
          </a:prstGeom>
          <a:solidFill>
            <a:srgbClr val="2E7D3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5903" y="1399084"/>
            <a:ext cx="465721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"What kind of trip do you want?"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5903" y="1688505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19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5903" y="1890613"/>
            <a:ext cx="4657212" cy="127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7" name="Text 5"/>
          <p:cNvSpPr/>
          <p:nvPr/>
        </p:nvSpPr>
        <p:spPr>
          <a:xfrm>
            <a:off x="695903" y="1977430"/>
            <a:ext cx="465721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5903" y="2256830"/>
            <a:ext cx="4657212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Peaceful Nature Trip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5903" y="2560340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19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5903" y="2750145"/>
            <a:ext cx="4657212" cy="127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1" name="Text 9"/>
          <p:cNvSpPr/>
          <p:nvPr/>
        </p:nvSpPr>
        <p:spPr>
          <a:xfrm>
            <a:off x="695903" y="2849265"/>
            <a:ext cx="465721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Budget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5903" y="3128665"/>
            <a:ext cx="4657212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৳3,000 – ৳5,000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5903" y="3432175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19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5903" y="3609777"/>
            <a:ext cx="4657212" cy="127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95903" y="3721100"/>
            <a:ext cx="465721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5903" y="4000500"/>
            <a:ext cx="4657212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 Days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5903" y="4304010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19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5903" y="4469309"/>
            <a:ext cx="4657212" cy="127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03" y="4592935"/>
            <a:ext cx="465721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Starting Location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903" y="4872335"/>
            <a:ext cx="4657212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Dhaka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5903" y="5175845"/>
            <a:ext cx="245659" cy="159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19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5903" y="5328940"/>
            <a:ext cx="4657212" cy="127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5903" y="5464770"/>
            <a:ext cx="465721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903" y="5744170"/>
            <a:ext cx="4657212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Photography + Nature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93526" y="1399084"/>
            <a:ext cx="584294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2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Five simple inputs. One perfect destination.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93526" y="1678484"/>
            <a:ext cx="5842945" cy="598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Rather than confronting users with an overwhelming map or destination list, Triply starts a conversation. You describe your ideal trip — your mood, your wallet, your calendar, your city, your passions.</a:t>
            </a:r>
            <a:endParaRPr lang="en-US" sz="95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engine handles the rest. One tap on </a:t>
            </a:r>
            <a:pPr algn="l" indent="0" marL="0">
              <a:lnSpc>
                <a:spcPct val="89000"/>
              </a:lnSpc>
              <a:buNone/>
            </a:pPr>
            <a:r>
              <a:rPr lang="en-US" sz="950" b="1" i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→ Find My Destination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submits all parameters to the recommendation logic and surfaces your best matches instantly.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93526" y="2427982"/>
            <a:ext cx="5842945" cy="468313"/>
          </a:xfrm>
          <a:prstGeom prst="roundRect">
            <a:avLst>
              <a:gd name="adj" fmla="val 11019"/>
            </a:avLst>
          </a:prstGeom>
          <a:solidFill>
            <a:srgbClr val="002A80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355" y="2538412"/>
            <a:ext cx="153488" cy="12283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092673" y="2469257"/>
            <a:ext cx="5320968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destination knowledge required. Triply is designed for travelers who are inspired but undecided.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285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Destination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55143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33602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2E7D3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94% Match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Sreemangal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54091"/>
            <a:ext cx="346542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 gardens, hiking trails, and lush photography landscapes. Ideal peaceful nature escape from Dhaka.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55143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733602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1976D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88% Match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Sonargaon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54091"/>
            <a:ext cx="346542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Cultural heritage, scenic nature, and budget-friendly options — perfect for a short cultural day trip.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55143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733602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57C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82% Match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Rangamati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54091"/>
            <a:ext cx="346542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Mountain scenery, adventure activities, and breathtaking lake views for the more adventurous traveler.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5103713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recommendation surfaces a destination image, match score, estimated budget, duration, and activity tags — everything needed to decide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8598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Explore Before You Go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2193330"/>
            <a:ext cx="5548372" cy="3144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2226" y="1962348"/>
            <a:ext cx="35642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Detailed destination pages for informed decisions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433383" y="2636937"/>
            <a:ext cx="310308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Overview &amp; Visuals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433383" y="3003550"/>
            <a:ext cx="3103088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Destination images, location map, and a rich summary of what makes the place special.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33383" y="3646488"/>
            <a:ext cx="310308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Practical Details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33383" y="4013101"/>
            <a:ext cx="3103088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Estimated budget, recommended duration, best time to visit, and current weather information.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33383" y="4832945"/>
            <a:ext cx="310308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Activities &amp; Insights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33383" y="5199559"/>
            <a:ext cx="3103088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Available activities, nearby attractions, travel tips, and local insights from the community.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9113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Technology Stack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440880"/>
            <a:ext cx="10868745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Version — Built to Work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88469"/>
            <a:ext cx="2589247" cy="208041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412" y="3138984"/>
            <a:ext cx="269273" cy="269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6356" y="3723084"/>
            <a:ext cx="21794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HTML5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66356" y="4117082"/>
            <a:ext cx="2179484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Website structure and semantic markup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1275" y="2988469"/>
            <a:ext cx="2589247" cy="208041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1212" y="3138984"/>
            <a:ext cx="269273" cy="2692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626156" y="3723084"/>
            <a:ext cx="21794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CSS3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3626156" y="4117082"/>
            <a:ext cx="2179484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Responsive design and modern UI styling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1074" y="2988469"/>
            <a:ext cx="2589247" cy="2080419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1012" y="3138984"/>
            <a:ext cx="269273" cy="2692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85956" y="3723084"/>
            <a:ext cx="21794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15" name="Text 7"/>
          <p:cNvSpPr/>
          <p:nvPr/>
        </p:nvSpPr>
        <p:spPr>
          <a:xfrm>
            <a:off x="6385956" y="4117082"/>
            <a:ext cx="2179484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Recommendation logic and interactivity</a:t>
            </a:r>
            <a:endParaRPr lang="en-US" sz="14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40874" y="2988469"/>
            <a:ext cx="2589346" cy="2080419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00911" y="3138984"/>
            <a:ext cx="269273" cy="26928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145756" y="3723084"/>
            <a:ext cx="2179583" cy="583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Font Awesome &amp; Google Fonts</a:t>
            </a:r>
            <a:endParaRPr lang="en-US" sz="1750" dirty="0"/>
          </a:p>
        </p:txBody>
      </p:sp>
      <p:sp>
        <p:nvSpPr>
          <p:cNvPr id="19" name="Text 9"/>
          <p:cNvSpPr/>
          <p:nvPr/>
        </p:nvSpPr>
        <p:spPr>
          <a:xfrm>
            <a:off x="9145756" y="4408785"/>
            <a:ext cx="2179583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Icons and consistent typography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58577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Triply?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056309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Core Innovation: Reverse Travel-Search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514600"/>
            <a:ext cx="6296860" cy="3184723"/>
          </a:xfrm>
          <a:prstGeom prst="roundRect">
            <a:avLst>
              <a:gd name="adj" fmla="val 249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0524" y="2533650"/>
            <a:ext cx="6258761" cy="1573312"/>
          </a:xfrm>
          <a:custGeom>
            <a:avLst/>
            <a:gdLst/>
            <a:ahLst/>
            <a:cxnLst/>
            <a:rect l="l" t="t" r="r" b="b"/>
            <a:pathLst>
              <a:path w="6258761" h="1573312">
                <a:moveTo>
                  <a:pt x="66156" y="0"/>
                </a:moveTo>
                <a:lnTo>
                  <a:pt x="6192604" y="0"/>
                </a:lnTo>
                <a:arcTo hR="66158" wR="66156" stAng="16200000" swAng="5400000"/>
                <a:lnTo>
                  <a:pt x="6258761" y="1573312"/>
                </a:lnTo>
                <a:lnTo>
                  <a:pt x="0" y="157331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4"/>
          <p:cNvSpPr/>
          <p:nvPr/>
        </p:nvSpPr>
        <p:spPr>
          <a:xfrm>
            <a:off x="869531" y="2722662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Traditional Platforms Ask "Where?"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9531" y="3143151"/>
            <a:ext cx="588074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Destination-first. Requires prior knowledge. Leaves undecided travelers with no guidance.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0524" y="4106962"/>
            <a:ext cx="6258761" cy="1573312"/>
          </a:xfrm>
          <a:custGeom>
            <a:avLst/>
            <a:gdLst/>
            <a:ahLst/>
            <a:cxnLst/>
            <a:rect l="l" t="t" r="r" b="b"/>
            <a:pathLst>
              <a:path w="6258761" h="1573312">
                <a:moveTo>
                  <a:pt x="0" y="0"/>
                </a:moveTo>
                <a:lnTo>
                  <a:pt x="6258761" y="0"/>
                </a:lnTo>
                <a:lnTo>
                  <a:pt x="6258761" y="1507154"/>
                </a:lnTo>
                <a:arcTo hR="66158" wR="66156" stAng="0" swAng="5400000"/>
                <a:lnTo>
                  <a:pt x="66156" y="1573312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7"/>
          <p:cNvSpPr/>
          <p:nvPr/>
        </p:nvSpPr>
        <p:spPr>
          <a:xfrm>
            <a:off x="680524" y="4106962"/>
            <a:ext cx="625876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572" y="3883422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1639" y="4001492"/>
            <a:ext cx="236234" cy="236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9531" y="4579441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Triply Asks "What Kind of Trip?"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869531" y="4999930"/>
            <a:ext cx="588074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Situation-first. Personalized, budget-aware, time-aware, and activity-based recommendations for Bangladesh destinations.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233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Target Users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94620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48459"/>
            <a:ext cx="25399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Students &amp; Youth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68948"/>
            <a:ext cx="253993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University students and groups of friends seeking affordable, exciting weekend escapes on a tight budget.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194620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548459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Families &amp; Couples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968948"/>
            <a:ext cx="254003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Families planning quality time together and couples looking for meaningful, memorable getaway experiences.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194620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548459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Solo &amp; Photography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968948"/>
            <a:ext cx="254003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Independent explorers and photography enthusiasts discovering Bangladesh's hidden natural and cultural gems.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194620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548459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Adventure &amp; Budget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968948"/>
            <a:ext cx="254003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Adventure travelers and budget-conscious domestic tourists who want more from every trip without overspending.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356682" y="5409902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Triply is for anyone who wants to travel — but is unsure where to go.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2026-08-25T04:28:53Z</dcterms:created>
  <dcterms:modified xsi:type="dcterms:W3CDTF">2026-08-25T04:28:53Z</dcterms:modified>
</cp:coreProperties>
</file>